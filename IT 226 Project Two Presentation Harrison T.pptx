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9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574E8D-4067-49F5-B581-F3A4400C438E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43620F-9260-4592-88AE-E4D5488D5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451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Introduce the 1Latte platform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1Latte handles user data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and in-house research about 1Latte target audience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43620F-9260-4592-88AE-E4D5488D58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2168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Functions of 1Latte </a:t>
            </a:r>
          </a:p>
          <a:p>
            <a:r>
              <a:rPr lang="en-US" dirty="0"/>
              <a:t>The annual audits </a:t>
            </a:r>
          </a:p>
          <a:p>
            <a:r>
              <a:rPr lang="en-US" dirty="0"/>
              <a:t>Features of 1Latte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43620F-9260-4592-88AE-E4D5488D58F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243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beginning of the conflict </a:t>
            </a:r>
          </a:p>
          <a:p>
            <a:r>
              <a:rPr lang="en-US" dirty="0"/>
              <a:t>Fear and rumors around the office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43620F-9260-4592-88AE-E4D5488D58F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745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conflict resolution steps</a:t>
            </a:r>
          </a:p>
          <a:p>
            <a:r>
              <a:rPr lang="en-US" dirty="0"/>
              <a:t>The action steps that can help resolve future issues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43620F-9260-4592-88AE-E4D5488D58F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116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8E445E2D-ED9E-46B0-86F3-673D013FAA1E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B0C840EE-A9FF-40AB-9DB2-D9E215B8C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124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45E2D-ED9E-46B0-86F3-673D013FAA1E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40EE-A9FF-40AB-9DB2-D9E215B8C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91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45E2D-ED9E-46B0-86F3-673D013FAA1E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40EE-A9FF-40AB-9DB2-D9E215B8C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071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45E2D-ED9E-46B0-86F3-673D013FAA1E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40EE-A9FF-40AB-9DB2-D9E215B8C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740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45E2D-ED9E-46B0-86F3-673D013FAA1E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40EE-A9FF-40AB-9DB2-D9E215B8C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399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45E2D-ED9E-46B0-86F3-673D013FAA1E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40EE-A9FF-40AB-9DB2-D9E215B8C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602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45E2D-ED9E-46B0-86F3-673D013FAA1E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40EE-A9FF-40AB-9DB2-D9E215B8C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41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45E2D-ED9E-46B0-86F3-673D013FAA1E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40EE-A9FF-40AB-9DB2-D9E215B8C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136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45E2D-ED9E-46B0-86F3-673D013FAA1E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40EE-A9FF-40AB-9DB2-D9E215B8C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82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45E2D-ED9E-46B0-86F3-673D013FAA1E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40EE-A9FF-40AB-9DB2-D9E215B8C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06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45E2D-ED9E-46B0-86F3-673D013FAA1E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40EE-A9FF-40AB-9DB2-D9E215B8C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2979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45E2D-ED9E-46B0-86F3-673D013FAA1E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40EE-A9FF-40AB-9DB2-D9E215B8C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425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45E2D-ED9E-46B0-86F3-673D013FAA1E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40EE-A9FF-40AB-9DB2-D9E215B8C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4542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45E2D-ED9E-46B0-86F3-673D013FAA1E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40EE-A9FF-40AB-9DB2-D9E215B8C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2037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45E2D-ED9E-46B0-86F3-673D013FAA1E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40EE-A9FF-40AB-9DB2-D9E215B8C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1769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8E445E2D-ED9E-46B0-86F3-673D013FAA1E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40EE-A9FF-40AB-9DB2-D9E215B8C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5431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8E445E2D-ED9E-46B0-86F3-673D013FAA1E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840EE-A9FF-40AB-9DB2-D9E215B8C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386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8E445E2D-ED9E-46B0-86F3-673D013FAA1E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B0C840EE-A9FF-40AB-9DB2-D9E215B8C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749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6106F-269A-C404-A52B-FF1380A2F4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Conflict Management Resolution 101</a:t>
            </a:r>
            <a:br>
              <a:rPr lang="en-US" dirty="0"/>
            </a:br>
            <a:r>
              <a:rPr lang="en-US" dirty="0"/>
              <a:t>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1F914D-6BE9-4BD5-24BF-A1A428880F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Tamani Harrison</a:t>
            </a:r>
          </a:p>
          <a:p>
            <a:r>
              <a:rPr lang="en-US" dirty="0"/>
              <a:t>Software Development Manager</a:t>
            </a:r>
          </a:p>
        </p:txBody>
      </p:sp>
    </p:spTree>
    <p:extLst>
      <p:ext uri="{BB962C8B-B14F-4D97-AF65-F5344CB8AC3E}">
        <p14:creationId xmlns:p14="http://schemas.microsoft.com/office/powerpoint/2010/main" val="3189943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FA51A-0AFA-8358-30A5-1435EF6AD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&amp; Audience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10FF5-2C4D-EA32-F8F2-31C29E311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1Latte History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uniqueness of 1Latte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 is 1Latte targeting?</a:t>
            </a:r>
          </a:p>
        </p:txBody>
      </p:sp>
    </p:spTree>
    <p:extLst>
      <p:ext uri="{BB962C8B-B14F-4D97-AF65-F5344CB8AC3E}">
        <p14:creationId xmlns:p14="http://schemas.microsoft.com/office/powerpoint/2010/main" val="2135240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62D49-871E-A812-F69C-D48E9C75A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&amp; Features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289776-3964-9384-CDA2-04DB1043800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combining ideas led to 1Latte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Annual audits by third parties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who use this app will be provided with an equal experience 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97165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3AC9A-E4A3-AEF2-E7CD-DD63C6986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that contributed to the conflict &amp; Impacts of the conflict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DB87BE-8E15-FED5-AA63-1C414827D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8798" y="3558290"/>
            <a:ext cx="8825659" cy="24765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communication from human resource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Fear of being replaced by experienced workers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Rumors spreading around the office  </a:t>
            </a:r>
          </a:p>
        </p:txBody>
      </p:sp>
    </p:spTree>
    <p:extLst>
      <p:ext uri="{BB962C8B-B14F-4D97-AF65-F5344CB8AC3E}">
        <p14:creationId xmlns:p14="http://schemas.microsoft.com/office/powerpoint/2010/main" val="3844963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63046-F3B6-6B93-7F82-2869AB4CF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Ways for a resolution &amp; Action Steps for resolving team issue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46D55-1454-4D44-A53F-4EBBCE026F8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Conflict resolution for the team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benefits of new team members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steps to resolve conflict </a:t>
            </a:r>
          </a:p>
        </p:txBody>
      </p:sp>
    </p:spTree>
    <p:extLst>
      <p:ext uri="{BB962C8B-B14F-4D97-AF65-F5344CB8AC3E}">
        <p14:creationId xmlns:p14="http://schemas.microsoft.com/office/powerpoint/2010/main" val="13598607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299</TotalTime>
  <Words>161</Words>
  <Application>Microsoft Office PowerPoint</Application>
  <PresentationFormat>Widescreen</PresentationFormat>
  <Paragraphs>34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Arial</vt:lpstr>
      <vt:lpstr>Century Gothic</vt:lpstr>
      <vt:lpstr>Times New Roman</vt:lpstr>
      <vt:lpstr>Wingdings 3</vt:lpstr>
      <vt:lpstr>Ion Boardroom</vt:lpstr>
      <vt:lpstr>Conflict Management Resolution 101 Overview</vt:lpstr>
      <vt:lpstr>Background &amp; Audience </vt:lpstr>
      <vt:lpstr>Functions &amp; Features </vt:lpstr>
      <vt:lpstr>Factors that contributed to the conflict &amp; Impacts of the conflict </vt:lpstr>
      <vt:lpstr>Ways for a resolution &amp; Action Steps for resolving team issue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Conflict Management Resolution 101 Overview</dc:title>
  <dc:creator>Harrison, Tamani</dc:creator>
  <cp:lastModifiedBy>Harrison, Tamani</cp:lastModifiedBy>
  <cp:revision>15</cp:revision>
  <dcterms:created xsi:type="dcterms:W3CDTF">2024-04-22T03:20:00Z</dcterms:created>
  <dcterms:modified xsi:type="dcterms:W3CDTF">2024-04-22T08:19:23Z</dcterms:modified>
</cp:coreProperties>
</file>